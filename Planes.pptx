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3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30AEC-8784-CF84-F5AB-164305753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CDDC6-6F10-ECED-45D5-E7F74FDD0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01D682-1F79-B895-D724-A07381A3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E31F-65D5-4842-9F67-CF0234EAC940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579BF2-5F01-A6A0-FCCB-657C6B68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5DD56F-D79D-D302-FE83-E4A28D21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640-FE9F-472B-AFBA-17E183D24B1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92500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86F98-7A07-A2DB-028B-DFF11A3C3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295A0D-0ECA-5CAD-00F4-9684FAD1D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0C3515-2DA7-6D3A-E2CE-DF4AFFFFF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E31F-65D5-4842-9F67-CF0234EAC940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78C22E-8E15-A615-7552-00008CA4B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43FFF6-D00B-869B-2857-0B66A969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640-FE9F-472B-AFBA-17E183D24B1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18214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BE985-2A33-22BF-3A3D-8E5C0D5BE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E47679-070C-3424-EDE5-4693A072E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465518-A39A-D761-B285-D46AE446E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E31F-65D5-4842-9F67-CF0234EAC940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805E7B-BE73-3C17-6A6F-84801212F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53FFF8-F9DA-1C05-E0A9-E8A33C3A6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640-FE9F-472B-AFBA-17E183D24B1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4368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09350B-4A75-3520-5837-004152D2C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0BFCFB-E7B7-45D8-C447-1EDE89E90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CDA8BB-7A6C-00F8-4B2F-BE7AD999E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8431F2-9610-5D54-6789-3D11E768F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E31F-65D5-4842-9F67-CF0234EAC940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A371F3-72C1-E1B3-A893-9B2940F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B19A26-1519-03CC-4057-C7A77915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640-FE9F-472B-AFBA-17E183D24B1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423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CEF3F-DE34-5FBA-0368-417899155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C43A43-F7DC-3FA9-6DDE-761A85231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6101F4-1741-C74F-0A52-B110E1E67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B1AE54A-BBBD-AB32-CC93-B739C820D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23FC42-1CF0-F289-253F-ADEAACCC6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97E0A53-AAC1-CB1F-05A1-2971E3603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E31F-65D5-4842-9F67-CF0234EAC940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ACEBF3F-EE6B-262D-D8BE-554EA604B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1CEFBA3-85FC-A650-4D5E-AFA1627A0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640-FE9F-472B-AFBA-17E183D24B1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7356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30FE3-AC23-4F48-8262-CB5AF89F6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187D2C-7836-0803-B49F-69075CCD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E31F-65D5-4842-9F67-CF0234EAC940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7DB84F-2A17-20C0-0F81-4E77902D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13CC63-82C3-3EDA-A5DA-E26B7169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640-FE9F-472B-AFBA-17E183D24B1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8423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BB9321D-89E2-90C3-F0BE-9245B2C4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E31F-65D5-4842-9F67-CF0234EAC940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5B00A43-E959-AE3D-8632-BD866AFD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23F17B-3F4C-2164-2982-38077982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640-FE9F-472B-AFBA-17E183D24B1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8335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8CCA8-280C-0496-9FB0-F04114F0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29414B-7AB4-B2BC-EA7A-E13BF68AB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498934-5DDB-D087-23A9-55633468A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4D4CB9-0419-0703-E117-7D2819E2A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E31F-65D5-4842-9F67-CF0234EAC940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AC37BC-58F3-FB05-9D1B-BA4D9E7EE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38041F-9BF3-6117-988C-0AD9B5D5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640-FE9F-472B-AFBA-17E183D24B1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2949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B1BF5-1312-4764-5FC9-AC6F7C08D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2358D6-AE8E-5409-05A4-F87A596F5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155342-59E3-1C9E-7E8A-6E35E365B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3EA76C-E504-901D-ABE0-769EC7AD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E31F-65D5-4842-9F67-CF0234EAC940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F6535F-D900-9C6E-CD3E-DEFDEBF8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354E16-A417-51CC-824F-C59EA89B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640-FE9F-472B-AFBA-17E183D24B1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484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3859C-5666-14BC-3EE8-25E843002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50E722-0AED-97BE-1D07-6191EC170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3B95FB-679A-5B00-754B-2A874047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E31F-65D5-4842-9F67-CF0234EAC940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E7C52B-42C4-D79F-BD78-70559A1FB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099CE3-B8C9-A382-440A-EDCED6FBD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640-FE9F-472B-AFBA-17E183D24B1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5347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2907FC-B93B-262A-C0FB-C52D0F4DE3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DAE175-0ADC-270D-6C11-0AE37AC23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929141-CB37-F649-CE65-66AC8872E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E31F-65D5-4842-9F67-CF0234EAC940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B55E1C-14FC-D357-D7DD-C1E98C0A2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25CDFB-482C-90E2-1381-41E3786E1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640-FE9F-472B-AFBA-17E183D24B1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4095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76681D6-94ED-4D34-E249-6661BA352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14C844-0CA6-65F5-6DA4-10ACC865C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B2D698-589B-7B31-1747-0D0A61329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4BE31F-65D5-4842-9F67-CF0234EAC940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6DC2EB-878D-C7AE-A9B4-21C341191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E5AB45-1224-C32D-CEA9-05B4D6282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9A8640-FE9F-472B-AFBA-17E183D24B1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306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56CD93F-E0C0-28E5-A811-5BCAC45C8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631" y="514097"/>
            <a:ext cx="5730737" cy="582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6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0826B99-7916-9549-B79B-9857E9E2F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75" y="307147"/>
            <a:ext cx="3525882" cy="519088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F380607-2E7B-FC1C-1164-1EBBE3ECF217}"/>
              </a:ext>
            </a:extLst>
          </p:cNvPr>
          <p:cNvSpPr txBox="1"/>
          <p:nvPr/>
        </p:nvSpPr>
        <p:spPr>
          <a:xfrm>
            <a:off x="4873451" y="683288"/>
            <a:ext cx="62902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Consulta Individual de Tarot</a:t>
            </a:r>
          </a:p>
          <a:p>
            <a:endParaRPr lang="es-AR" dirty="0"/>
          </a:p>
          <a:p>
            <a:r>
              <a:rPr lang="es-AR" dirty="0"/>
              <a:t>$2.500 ARS</a:t>
            </a:r>
          </a:p>
          <a:p>
            <a:endParaRPr lang="es-AR" dirty="0"/>
          </a:p>
          <a:p>
            <a:r>
              <a:rPr lang="es-AR" dirty="0"/>
              <a:t>1 tirada completa (pasado, presente, futuro)</a:t>
            </a:r>
          </a:p>
          <a:p>
            <a:r>
              <a:rPr lang="es-AR" dirty="0"/>
              <a:t>Interpretación personalizada</a:t>
            </a:r>
          </a:p>
          <a:p>
            <a:r>
              <a:rPr lang="es-AR" dirty="0"/>
              <a:t>Explicación de cada carta</a:t>
            </a:r>
            <a:br>
              <a:rPr lang="es-AR" dirty="0"/>
            </a:br>
            <a:br>
              <a:rPr lang="es-AR" dirty="0"/>
            </a:br>
            <a:r>
              <a:rPr lang="es-AR" dirty="0"/>
              <a:t>pagar con mercado pago</a:t>
            </a:r>
          </a:p>
        </p:txBody>
      </p:sp>
    </p:spTree>
    <p:extLst>
      <p:ext uri="{BB962C8B-B14F-4D97-AF65-F5344CB8AC3E}">
        <p14:creationId xmlns:p14="http://schemas.microsoft.com/office/powerpoint/2010/main" val="4212585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51D06B0-DA42-4961-F8F6-2C08B908A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82" y="287051"/>
            <a:ext cx="3516878" cy="528243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59CAC02-FA39-A574-107A-7D2C8225351A}"/>
              </a:ext>
            </a:extLst>
          </p:cNvPr>
          <p:cNvSpPr txBox="1"/>
          <p:nvPr/>
        </p:nvSpPr>
        <p:spPr>
          <a:xfrm>
            <a:off x="4801556" y="442127"/>
            <a:ext cx="67625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Plan Semanal</a:t>
            </a:r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7 Consultas Individuales de Tarot</a:t>
            </a:r>
          </a:p>
          <a:p>
            <a:endParaRPr lang="es-AR" dirty="0"/>
          </a:p>
          <a:p>
            <a:r>
              <a:rPr lang="es-AR" dirty="0"/>
              <a:t>$6.000 ARS</a:t>
            </a:r>
          </a:p>
          <a:p>
            <a:endParaRPr lang="es-AR" dirty="0"/>
          </a:p>
          <a:p>
            <a:r>
              <a:rPr lang="es-AR" dirty="0"/>
              <a:t>7 tiradas completa (pasado, presente, futuro)</a:t>
            </a:r>
          </a:p>
          <a:p>
            <a:r>
              <a:rPr lang="es-AR" dirty="0"/>
              <a:t>Interpretación personalizada</a:t>
            </a:r>
          </a:p>
          <a:p>
            <a:r>
              <a:rPr lang="es-AR" dirty="0"/>
              <a:t>Explicación de cada carta</a:t>
            </a:r>
          </a:p>
          <a:p>
            <a:r>
              <a:rPr lang="es-AR" dirty="0"/>
              <a:t>Resumen con tendencias y el recorrido del tarot a lo largo de la semana (por mail)</a:t>
            </a:r>
            <a:br>
              <a:rPr lang="es-AR" dirty="0"/>
            </a:br>
            <a:br>
              <a:rPr lang="es-AR" dirty="0"/>
            </a:br>
            <a:r>
              <a:rPr lang="es-AR" dirty="0"/>
              <a:t>pagar con mercado pago</a:t>
            </a:r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04900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C352E10-1A4D-CC11-7412-97481F1A6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36" y="209092"/>
            <a:ext cx="1920406" cy="28425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3E2A3A1-FC35-F521-7632-0A04D3350B5A}"/>
              </a:ext>
            </a:extLst>
          </p:cNvPr>
          <p:cNvSpPr txBox="1"/>
          <p:nvPr/>
        </p:nvSpPr>
        <p:spPr>
          <a:xfrm>
            <a:off x="3049073" y="1447060"/>
            <a:ext cx="60981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/>
              <a:t>Plan </a:t>
            </a:r>
            <a:r>
              <a:rPr lang="es-AR" dirty="0"/>
              <a:t>Mensual</a:t>
            </a:r>
            <a:endParaRPr lang="es-AR" sz="1800" dirty="0"/>
          </a:p>
          <a:p>
            <a:endParaRPr lang="es-AR" sz="1800" dirty="0"/>
          </a:p>
          <a:p>
            <a:endParaRPr lang="es-AR" sz="1800" dirty="0"/>
          </a:p>
          <a:p>
            <a:r>
              <a:rPr lang="es-AR" sz="1800" dirty="0"/>
              <a:t>30 Consultas Individuales de Tarot</a:t>
            </a:r>
          </a:p>
          <a:p>
            <a:endParaRPr lang="es-AR" sz="1800" dirty="0"/>
          </a:p>
          <a:p>
            <a:r>
              <a:rPr lang="es-AR" sz="1800" dirty="0"/>
              <a:t>$9.000 ARS</a:t>
            </a:r>
          </a:p>
          <a:p>
            <a:endParaRPr lang="es-AR" sz="1800" dirty="0"/>
          </a:p>
          <a:p>
            <a:r>
              <a:rPr lang="es-AR" dirty="0"/>
              <a:t>30</a:t>
            </a:r>
            <a:r>
              <a:rPr lang="es-AR" sz="1800" dirty="0"/>
              <a:t> tiradas completas (pasado, presente, futuro)</a:t>
            </a:r>
          </a:p>
          <a:p>
            <a:r>
              <a:rPr lang="es-AR" sz="1800" dirty="0"/>
              <a:t>Interpretación personalizada</a:t>
            </a:r>
          </a:p>
          <a:p>
            <a:r>
              <a:rPr lang="es-AR" sz="1800" dirty="0"/>
              <a:t>Explicación de cada carta</a:t>
            </a:r>
          </a:p>
          <a:p>
            <a:r>
              <a:rPr lang="es-AR" sz="1800" dirty="0"/>
              <a:t>Resumen con tendencias y el recorrido del tarot a lo largo de la semana (por mail)</a:t>
            </a:r>
            <a:br>
              <a:rPr lang="es-AR" sz="1800" dirty="0"/>
            </a:br>
            <a:br>
              <a:rPr lang="es-AR" sz="1800" dirty="0"/>
            </a:br>
            <a:r>
              <a:rPr lang="es-AR" sz="1800" dirty="0"/>
              <a:t>pagar con mercado pago</a:t>
            </a:r>
          </a:p>
        </p:txBody>
      </p:sp>
    </p:spTree>
    <p:extLst>
      <p:ext uri="{BB962C8B-B14F-4D97-AF65-F5344CB8AC3E}">
        <p14:creationId xmlns:p14="http://schemas.microsoft.com/office/powerpoint/2010/main" val="2628345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474E0F-3085-39FA-8626-7B20C105E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97" y="224943"/>
            <a:ext cx="5260073" cy="204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131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7F7AB37-5376-D5D1-1913-6497149E7E20}"/>
              </a:ext>
            </a:extLst>
          </p:cNvPr>
          <p:cNvSpPr txBox="1"/>
          <p:nvPr/>
        </p:nvSpPr>
        <p:spPr>
          <a:xfrm>
            <a:off x="3049073" y="1447060"/>
            <a:ext cx="60981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/>
              <a:t>Consulta de </a:t>
            </a:r>
            <a:r>
              <a:rPr lang="es-AR" sz="1800" dirty="0" err="1"/>
              <a:t>Trot</a:t>
            </a:r>
            <a:r>
              <a:rPr lang="es-AR" sz="1800" dirty="0"/>
              <a:t> + Carta del Dia</a:t>
            </a:r>
          </a:p>
          <a:p>
            <a:r>
              <a:rPr lang="es-AR" dirty="0"/>
              <a:t>Precio promocional</a:t>
            </a:r>
            <a:endParaRPr lang="es-AR" sz="1800" dirty="0"/>
          </a:p>
          <a:p>
            <a:endParaRPr lang="es-AR" sz="1800" dirty="0"/>
          </a:p>
          <a:p>
            <a:endParaRPr lang="es-AR" sz="1800" dirty="0"/>
          </a:p>
          <a:p>
            <a:r>
              <a:rPr lang="es-AR" sz="1800" dirty="0"/>
              <a:t>1 Consultas Individuales de Tarot + 1 Carta del </a:t>
            </a:r>
            <a:r>
              <a:rPr lang="es-AR" sz="1800" dirty="0" err="1"/>
              <a:t>dia</a:t>
            </a:r>
            <a:endParaRPr lang="es-AR" sz="1800" dirty="0"/>
          </a:p>
          <a:p>
            <a:endParaRPr lang="es-AR" sz="1800" dirty="0"/>
          </a:p>
          <a:p>
            <a:r>
              <a:rPr lang="es-AR" sz="1800" dirty="0"/>
              <a:t>$3.000 ARS</a:t>
            </a:r>
          </a:p>
          <a:p>
            <a:endParaRPr lang="es-AR" sz="1800" dirty="0"/>
          </a:p>
          <a:p>
            <a:r>
              <a:rPr lang="es-AR" dirty="0"/>
              <a:t>1</a:t>
            </a:r>
            <a:r>
              <a:rPr lang="es-AR" sz="1800" dirty="0"/>
              <a:t> tirada completa (pasado, presente, futuro)</a:t>
            </a:r>
          </a:p>
          <a:p>
            <a:r>
              <a:rPr lang="es-AR" sz="1800" dirty="0"/>
              <a:t>Interpretación personalizada</a:t>
            </a:r>
          </a:p>
          <a:p>
            <a:r>
              <a:rPr lang="es-AR" sz="1800" dirty="0"/>
              <a:t>Explicación de cada carta</a:t>
            </a:r>
          </a:p>
          <a:p>
            <a:r>
              <a:rPr lang="es-AR" sz="1800" dirty="0"/>
              <a:t>Carta del día</a:t>
            </a:r>
            <a:br>
              <a:rPr lang="es-AR" sz="1800" dirty="0"/>
            </a:br>
            <a:br>
              <a:rPr lang="es-AR" sz="1800" dirty="0"/>
            </a:br>
            <a:r>
              <a:rPr lang="es-AR" sz="1800" dirty="0"/>
              <a:t>pagar con mercado pago</a:t>
            </a:r>
          </a:p>
        </p:txBody>
      </p:sp>
    </p:spTree>
    <p:extLst>
      <p:ext uri="{BB962C8B-B14F-4D97-AF65-F5344CB8AC3E}">
        <p14:creationId xmlns:p14="http://schemas.microsoft.com/office/powerpoint/2010/main" val="39647111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176</Words>
  <Application>Microsoft Office PowerPoint</Application>
  <PresentationFormat>Panorámica</PresentationFormat>
  <Paragraphs>41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Princess Consuela</dc:creator>
  <cp:lastModifiedBy>Princess Consuela</cp:lastModifiedBy>
  <cp:revision>2</cp:revision>
  <dcterms:created xsi:type="dcterms:W3CDTF">2026-08-03T16:17:29Z</dcterms:created>
  <dcterms:modified xsi:type="dcterms:W3CDTF">2026-08-04T11:22:15Z</dcterms:modified>
</cp:coreProperties>
</file>